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410200"/>
            <a:ext cx="109728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29825" y="609600"/>
            <a:ext cx="1552575" cy="314325"/>
          </a:xfrm>
          <a:prstGeom prst="roundRect">
            <a:avLst>
              <a:gd name="adj" fmla="val 50000"/>
            </a:avLst>
          </a:prstGeom>
          <a:solidFill>
            <a:srgbClr val="26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2225" y="5648325"/>
            <a:ext cx="295275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2225" y="5648325"/>
            <a:ext cx="9525" cy="6000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2462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82225" y="666750"/>
            <a:ext cx="13430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Plus Jakarta Sans"/>
              </a:rPr>
              <a:t>Teknik Komputer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49809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PRAKTIKUM JARINGAN KOMPUTER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83184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Perakitan Kabel LAN Cross &amp; Konfigurasi Sharing File Laptop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12815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Panduan teknis pembuatan kabel UTP Crossover, pengujian konektivitas P2P, serta prosedur berbagi berkas antar perangkat.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666750"/>
            <a:ext cx="3167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POLITEKNIK NEGERI SRIWIJAYA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648325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PENYUSUN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857875"/>
            <a:ext cx="19645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M. Raffi Yogaswara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76950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Kelas 1TIB - Prodi TIMD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2750" y="5648325"/>
            <a:ext cx="3202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DOSEN PENGAMPU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750" y="5857875"/>
            <a:ext cx="3202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Dr. Ali Firdaus, S.Kom., M.Kom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2750" y="6076950"/>
            <a:ext cx="3202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Jurusan Teknik Komputer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076450"/>
            <a:ext cx="5248275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95700"/>
            <a:ext cx="5248275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1885950"/>
            <a:ext cx="5267325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95475"/>
            <a:ext cx="5248275" cy="3409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01. LANDASAN TEORI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Konsep Dasar Kabel LAN Crossover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9450" y="6153150"/>
            <a:ext cx="1028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352675"/>
            <a:ext cx="61632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Fungsi Utama Kabel Cross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714625"/>
            <a:ext cx="4791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Menghubungkan dua perangkat jaringan sejenis secara langsung (Peer-to-Peer) tanpa perantara Switch atau 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71925"/>
            <a:ext cx="61632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Prinsip Kerja Menyilang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333875"/>
            <a:ext cx="4791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Pin pengirim data (TX) pada ujung pertama dihubungkan langsung ke pin penerima data (RX) pada ujung kedua.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43187"/>
            <a:ext cx="2571750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2643187"/>
            <a:ext cx="2571750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643187"/>
            <a:ext cx="2571750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2643187"/>
            <a:ext cx="2571750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194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9194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919412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291941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" y="304323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712" y="3043237"/>
            <a:ext cx="1619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043237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3043237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02. PERSIAPAN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Peralatan Kerja Utama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9925" y="6153150"/>
            <a:ext cx="1038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56711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Kabel UTP Cat5e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881437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Media transmisi fisik berpintal 8 kawat isolasi.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075" y="356711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Konektor RJ-45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075" y="3881437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Kepala konektor 8 pin untuk interface port 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56711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Tang Crimping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881437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Alat memotong, mengupas, dan mengunci RJ-45.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56711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LAN 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3881437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Alat penguji keterhubungan sinyal tiap pin kawat.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76400"/>
            <a:ext cx="5334000" cy="38481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676400"/>
            <a:ext cx="5334000" cy="38481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53000" y="2024062"/>
            <a:ext cx="666750" cy="21907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800" y="2024062"/>
            <a:ext cx="666750" cy="219075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03. STANDAR PENYUSUNAN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Susunan Warna T568A vs T568B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9925" y="6153150"/>
            <a:ext cx="1038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000250"/>
            <a:ext cx="32504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Ujung A (Standar T568A)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7300" y="2062162"/>
            <a:ext cx="533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PIN 1 - 8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24574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1.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Hijau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8003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2.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Hijau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1432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3.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34861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4.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Biru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8290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5.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Biru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1719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6.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Orange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5148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7.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Cokelat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4857750"/>
            <a:ext cx="585787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8.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Cokelat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0" y="2000250"/>
            <a:ext cx="322540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7706"/>
                </a:solidFill>
                <a:latin typeface="Plus Jakarta Sans"/>
              </a:rPr>
              <a:t>Ujung B (Standar T568B)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6100" y="2062162"/>
            <a:ext cx="533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PIN 1 - 8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4574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1.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28003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2.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Orange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31432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3.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Hijau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34861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4.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Biru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38290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5.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Biru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41719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6.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Hijau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45148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7.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Putih Cokelat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4857750"/>
            <a:ext cx="56197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8.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Cokelat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28925"/>
            <a:ext cx="2600325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728912"/>
            <a:ext cx="2600325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728912"/>
            <a:ext cx="2600325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728912"/>
            <a:ext cx="2600325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04. PROSEDUR KERJA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Tahap Perakitan Kabel Cross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095625"/>
            <a:ext cx="2162175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2995612"/>
            <a:ext cx="2162175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2995612"/>
            <a:ext cx="2162175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Plus Jakarta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8775" y="2995612"/>
            <a:ext cx="2162175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Plus Jakarta San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9925" y="6153150"/>
            <a:ext cx="1038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600450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Kupas Isolator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89572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Kupas Jaket Luar UTP 2 cm.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650" y="35004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Urut &amp; Ratakan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6650" y="3795712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Susun Pin A/B Lalu Potong Rata.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35004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Press Crimping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3795712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Kunci RJ-45 Menggunakan Tang.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5004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Uji LAN Tester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3795712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Pastikan Lampu Menyilang Aktif.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076450"/>
            <a:ext cx="5248275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3695700"/>
            <a:ext cx="5248275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5950"/>
            <a:ext cx="5267325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95475"/>
            <a:ext cx="5248275" cy="3409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05. TOPOLOGI JARINGAN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Koneksi Fisik 2 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9450" y="6153150"/>
            <a:ext cx="1028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2352675"/>
            <a:ext cx="5581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Pemasangan Port Ethernet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2714625"/>
            <a:ext cx="4791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Colokkan Ujung A kabel ke port RJ-45 Laptop 1 dan Ujung B ke port RJ-45 Laptop 2 hingga terkunci rapat.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3971925"/>
            <a:ext cx="5581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Indikator Fisik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333875"/>
            <a:ext cx="4791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Lampu indikator adapter LAN akan menyala hijau/oranye yang menandakan sinyal fisik telah terhubung.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62187"/>
            <a:ext cx="5334000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262187"/>
            <a:ext cx="5334000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3033712"/>
            <a:ext cx="4705350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3910012"/>
            <a:ext cx="4705350" cy="714375"/>
          </a:xfrm>
          <a:prstGeom prst="roundRect">
            <a:avLst>
              <a:gd name="adj" fmla="val 10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2725" y="3033712"/>
            <a:ext cx="4705350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2725" y="3910012"/>
            <a:ext cx="4705350" cy="714375"/>
          </a:xfrm>
          <a:prstGeom prst="roundRect">
            <a:avLst>
              <a:gd name="adj" fmla="val 10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76512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576512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06. PENGATURAN LOGIS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Konfigurasi IP Address (IPv4)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9450" y="6153150"/>
            <a:ext cx="1028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76512"/>
            <a:ext cx="22627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Laptop 1 (Host 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186112"/>
            <a:ext cx="5500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IP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357562"/>
            <a:ext cx="5500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192.168.1.1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4062412"/>
            <a:ext cx="5500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Subnet 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233862"/>
            <a:ext cx="5500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255.255.255.0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2576512"/>
            <a:ext cx="23002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Laptop 2 (Host 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186112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IP 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357562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192.168.1.2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062412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Subnet 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4233862"/>
            <a:ext cx="547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255.255.255.0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24137"/>
            <a:ext cx="5619750" cy="1952625"/>
          </a:xfrm>
          <a:prstGeom prst="roundRect">
            <a:avLst>
              <a:gd name="adj" fmla="val 780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0" y="2200275"/>
            <a:ext cx="501015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72250" y="3695700"/>
            <a:ext cx="501015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07. VERIFIKASI JARINGAN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Pengujian Koneksi via Command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9925" y="6153150"/>
            <a:ext cx="1038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8937"/>
            <a:ext cx="6262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C:\Users\Raffi&gt; ping 192.168.1.2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4687"/>
            <a:ext cx="6262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Plus Jakarta Sans"/>
              </a:rPr>
              <a:t>Pinging 192.168.1.2 with 32 bytes of 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9962"/>
            <a:ext cx="6262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DE80"/>
                </a:solidFill>
                <a:latin typeface="Plus Jakarta Sans"/>
              </a:rPr>
              <a:t>Reply from 192.168.1.2: bytes=32 time&lt;1ms TTL=128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9037"/>
            <a:ext cx="6262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DE80"/>
                </a:solidFill>
                <a:latin typeface="Plus Jakarta Sans"/>
              </a:rPr>
              <a:t>Reply from 192.168.1.2: bytes=32 time&lt;1ms TTL=128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00512"/>
            <a:ext cx="6262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Packets: Sent = 4, Received = 4, Lost = 0 (0% loss)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2476500"/>
            <a:ext cx="5343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Makna Hasil 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2790825"/>
            <a:ext cx="4552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Pesan 'Reply' menandakan paket data berhasil dikirim dan diterima tanpa kendala.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475" y="3971925"/>
            <a:ext cx="5343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Solusi 'Request Timed Out'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4286250"/>
            <a:ext cx="4552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Matikan Windows Defender Firewall pada kedua laptop jika PING mengalami kegagalan.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52725"/>
            <a:ext cx="35052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52725"/>
            <a:ext cx="35052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52725"/>
            <a:ext cx="35052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08. TRANSFER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Langkah-Langkah Sharing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19425"/>
            <a:ext cx="31432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9425"/>
            <a:ext cx="31432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PASO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3019425"/>
            <a:ext cx="31432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97706"/>
                </a:solidFill>
                <a:latin typeface="Plus Jakarta Sans"/>
              </a:rPr>
              <a:t>PASO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531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Jaringan Komputer - Polsri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9450" y="6153150"/>
            <a:ext cx="1028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Halaman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76625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Atur Sharing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771900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Matikan Password Protection pada Network Settings.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476625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Share Folder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771900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Klik Kanan Folder &gt; Properties &gt; Give Access Everyone.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476625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Akses via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771900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Ketik \\192.168.1.1 pada Address Bar Laptop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0" y="4338637"/>
            <a:ext cx="3810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91000" y="4338637"/>
            <a:ext cx="3810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9071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062162"/>
            <a:ext cx="23812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64521" y="2728912"/>
            <a:ext cx="366295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6233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Praktikum perakitan kabel LAN cross dan konfigurasi sharing file berhasil dilakukan. Ada pertanyaan?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4750" y="4576762"/>
            <a:ext cx="4762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M. Raffi Yogaswara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4750" y="4795837"/>
            <a:ext cx="476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Politeknik Negeri Sriwijaya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605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msi_k2406n0012575@outlook.com</cp:lastModifiedBy>
  <cp:revision>2</cp:revision>
  <dcterms:created xsi:type="dcterms:W3CDTF">2013-01-27T09:14:16Z</dcterms:created>
  <dcterms:modified xsi:type="dcterms:W3CDTF">2026-10-05T09:04:27Z</dcterms:modified>
  <cp:category/>
</cp:coreProperties>
</file>